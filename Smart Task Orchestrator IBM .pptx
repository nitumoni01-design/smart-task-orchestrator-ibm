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Calibri" panose="020F050202020403020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937890" cy="10090063"/>
          </a:xfrm>
          <a:custGeom>
            <a:avLst/>
            <a:gdLst/>
            <a:ahLst/>
            <a:cxnLst/>
            <a:rect l="l" t="t" r="r" b="b"/>
            <a:pathLst>
              <a:path w="17937890" h="10090063">
                <a:moveTo>
                  <a:pt x="0" y="0"/>
                </a:moveTo>
                <a:lnTo>
                  <a:pt x="17937890" y="0"/>
                </a:lnTo>
                <a:lnTo>
                  <a:pt x="17937890" y="10090063"/>
                </a:lnTo>
                <a:lnTo>
                  <a:pt x="0" y="1009006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321" t="-1750" b="-2052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9990" y="353886"/>
            <a:ext cx="17628010" cy="9109293"/>
          </a:xfrm>
          <a:custGeom>
            <a:avLst/>
            <a:gdLst/>
            <a:ahLst/>
            <a:cxnLst/>
            <a:rect l="l" t="t" r="r" b="b"/>
            <a:pathLst>
              <a:path w="17628010" h="9109293">
                <a:moveTo>
                  <a:pt x="0" y="0"/>
                </a:moveTo>
                <a:lnTo>
                  <a:pt x="17628010" y="0"/>
                </a:lnTo>
                <a:lnTo>
                  <a:pt x="17628010" y="9109293"/>
                </a:lnTo>
                <a:lnTo>
                  <a:pt x="0" y="910929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4647" t="-8075" b="-8075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6004" y="0"/>
            <a:ext cx="18824004" cy="10287000"/>
          </a:xfrm>
          <a:custGeom>
            <a:avLst/>
            <a:gdLst/>
            <a:ahLst/>
            <a:cxnLst/>
            <a:rect l="l" t="t" r="r" b="b"/>
            <a:pathLst>
              <a:path w="18824004" h="10287000">
                <a:moveTo>
                  <a:pt x="0" y="0"/>
                </a:moveTo>
                <a:lnTo>
                  <a:pt x="18824004" y="0"/>
                </a:lnTo>
                <a:lnTo>
                  <a:pt x="188240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189" r="-1314" b="-1189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140" t="-2340" b="-2340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9559" y="0"/>
            <a:ext cx="18058441" cy="10287000"/>
          </a:xfrm>
          <a:custGeom>
            <a:avLst/>
            <a:gdLst/>
            <a:ahLst/>
            <a:cxnLst/>
            <a:rect l="l" t="t" r="r" b="b"/>
            <a:pathLst>
              <a:path w="18058441" h="10287000">
                <a:moveTo>
                  <a:pt x="0" y="0"/>
                </a:moveTo>
                <a:lnTo>
                  <a:pt x="18058441" y="0"/>
                </a:lnTo>
                <a:lnTo>
                  <a:pt x="180584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055" t="-109" b="-109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235" y="0"/>
            <a:ext cx="18159531" cy="10287000"/>
          </a:xfrm>
          <a:custGeom>
            <a:avLst/>
            <a:gdLst/>
            <a:ahLst/>
            <a:cxnLst/>
            <a:rect l="l" t="t" r="r" b="b"/>
            <a:pathLst>
              <a:path w="18159531" h="10287000">
                <a:moveTo>
                  <a:pt x="0" y="0"/>
                </a:moveTo>
                <a:lnTo>
                  <a:pt x="18159530" y="0"/>
                </a:lnTo>
                <a:lnTo>
                  <a:pt x="181595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795" y="258097"/>
            <a:ext cx="18135205" cy="10028903"/>
          </a:xfrm>
          <a:custGeom>
            <a:avLst/>
            <a:gdLst/>
            <a:ahLst/>
            <a:cxnLst/>
            <a:rect l="l" t="t" r="r" b="b"/>
            <a:pathLst>
              <a:path w="18135205" h="10028903">
                <a:moveTo>
                  <a:pt x="0" y="0"/>
                </a:moveTo>
                <a:lnTo>
                  <a:pt x="18135205" y="0"/>
                </a:lnTo>
                <a:lnTo>
                  <a:pt x="18135205" y="10028903"/>
                </a:lnTo>
                <a:lnTo>
                  <a:pt x="0" y="1002890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584" r="-584" b="-6631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61180"/>
            <a:ext cx="18288000" cy="10548180"/>
          </a:xfrm>
          <a:custGeom>
            <a:avLst/>
            <a:gdLst/>
            <a:ahLst/>
            <a:cxnLst/>
            <a:rect l="l" t="t" r="r" b="b"/>
            <a:pathLst>
              <a:path w="18288000" h="10548180">
                <a:moveTo>
                  <a:pt x="0" y="0"/>
                </a:moveTo>
                <a:lnTo>
                  <a:pt x="18288000" y="0"/>
                </a:lnTo>
                <a:lnTo>
                  <a:pt x="18288000" y="10548180"/>
                </a:lnTo>
                <a:lnTo>
                  <a:pt x="0" y="1054818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6178" t="-11055" r="-6178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56" r="-156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win10</cp:lastModifiedBy>
  <cp:revision>2</cp:revision>
  <dcterms:created xsi:type="dcterms:W3CDTF">2006-08-16T00:00:00Z</dcterms:created>
  <dcterms:modified xsi:type="dcterms:W3CDTF">2026-01-31T12:44:14Z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C83756280640407EB8A0590B0D98ACD3_13</vt:lpwstr>
  </property>
  <property fmtid="{D5CDD505-2E9C-101B-9397-08002B2CF9AE}" pid="3" name="KSOProductBuildVer">
    <vt:lpwstr>1033-12.2.0.23196</vt:lpwstr>
  </property>
</Properties>
</file>